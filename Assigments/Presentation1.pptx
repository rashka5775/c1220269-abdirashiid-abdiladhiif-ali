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C33B-F183-BB94-D551-2E196CF67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FBA47-AEEF-30FE-3ECD-D319C1195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7DE9F-EA63-112E-027B-57CE8DF9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B68CD-9F3F-60C9-4AF4-217D90F85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3F037-4B09-00AE-22CD-15081ECE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48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93BCD-5A70-3F9B-D43F-700A9E9C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524C7-56F8-CA85-C53C-80917D06D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91D8-4DA4-D78C-484C-280C12D9D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93ECA-AFF5-249B-82BB-AFD7DAEC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36DB1-C3C8-7DA9-BCF5-2F2BD6AB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2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175C-C75B-5E5C-4177-C9D1E25D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B6065-7FED-E254-DA6B-6029B2586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69D64-61EC-5010-4E23-9971D49D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AC9CE-5D7A-289E-9320-BE756CED5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320EC-1DE6-08EC-7A7A-384E75893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8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50B58-1FC8-F7D1-D36C-A65679D2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C744D-754C-3B64-0F77-609FAF976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39975-4B95-1F38-D5F0-8A32E922B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A869A-066E-F490-4D31-816DDBD6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6AA37-03DE-F1FB-526E-5ED03AE2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50F58-EC24-29D4-8587-FA339B5BF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7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891AB-160F-B616-C21C-CE9195E8E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DAF40-9070-1196-6837-053FCC143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D6224-9A63-5762-5D30-63E573AAE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32B52-D102-2E66-C6DA-BA9E04FC9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2CFFE1-1B6B-3481-B05A-C03C09356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86BB7C-A040-BF57-2989-AD0656BA8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94FCB-FA38-0E55-92A9-8433FA57C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F5F5F3-2F69-F231-A06F-A66D9767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85B5B-6EDB-E951-BE12-F970A4010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E90D9-94A4-0898-B6D7-36E7F22E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57960-6055-4522-BA1E-A94B3DA2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83E15-BE9C-ABAC-63BB-5E50DB1E7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2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240DBE-7F05-FDCD-6771-AF2A708A8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44003-AB48-EC5F-C665-C664DE44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DABCD-F831-C19C-BF27-7FE8FED63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69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A6078-750A-C391-D8EF-B9556C031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091DB-70D7-B577-9661-9737F2271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DBA360-202B-F7F9-57C2-A3884A143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2037D-EA88-163A-2310-4D21EB770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1CE59-7049-831D-E383-0A650E05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5CD88-FA0D-FB6B-316D-4043CA72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46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9E35C-5C51-E93F-2F9C-1C8F5C3C6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53CBF-B0BA-37D6-E601-08792407E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7F018-F624-2444-842A-66AF86C97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C125F-709C-6A8D-AC7C-AC0759145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F80FD-8F67-1DE6-9004-EC704089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19E8-B292-B657-809D-1B58FFA83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84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2DE28-F0B6-6D3B-F459-183CD333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720F45-F554-EAA9-9A02-EA2E3F61B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D7D68-5BB6-DF2F-5353-6699D99C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EDFBF-40DB-4525-B23C-443A95D96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C5EE3-B2E0-EE94-8796-C5B0EA5F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BFF9BC-49B8-B527-5A0E-3C00C72FB0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988AF-3345-8BB6-0DB5-58C3D3990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CE2DE-83FB-E605-8DD4-87993896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D7F83-C303-401E-D785-CA562EB0A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1911D-8AAD-D528-B661-CBCE7AF7C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58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A5DAFB-BD12-E7A6-A678-A260D23D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640F5-5325-34DD-989C-D16AE4FCA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092C-C0C2-D1D1-853F-A7FCC0724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3AF84-17E8-49EE-96B7-E88D5CC435A3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818DD-119D-7EFA-9216-4AEF20D14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97357-909C-A9F1-5D31-B8BF6900B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2F178-9394-4308-876F-E7A0E35AD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7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071AF-6F94-E71A-6F5C-947F9DAFB9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91968-C97C-9560-80CF-553DD759EC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5DA3D-311B-3B8D-AB6C-AAC93BFF9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7" y="0"/>
            <a:ext cx="12173723" cy="686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96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46A10-4E16-EE2E-7FD6-B45D547F2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77D987-CEF8-CA13-38EC-0F229F28D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92" y="158259"/>
            <a:ext cx="11904785" cy="6535087"/>
          </a:xfrm>
        </p:spPr>
      </p:pic>
    </p:spTree>
    <p:extLst>
      <p:ext uri="{BB962C8B-B14F-4D97-AF65-F5344CB8AC3E}">
        <p14:creationId xmlns:p14="http://schemas.microsoft.com/office/powerpoint/2010/main" val="243047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CADA-81B9-629F-657A-92EA68C7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B49533-03B2-46FD-A97E-52F656579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430" y="199811"/>
            <a:ext cx="11764107" cy="6579057"/>
          </a:xfrm>
        </p:spPr>
      </p:pic>
    </p:spTree>
    <p:extLst>
      <p:ext uri="{BB962C8B-B14F-4D97-AF65-F5344CB8AC3E}">
        <p14:creationId xmlns:p14="http://schemas.microsoft.com/office/powerpoint/2010/main" val="2849455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C6B1F-2911-3D8B-F188-5BFAC7B9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62AE26-6809-3F99-75AF-0D0DC0596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127488"/>
            <a:ext cx="11658600" cy="6603023"/>
          </a:xfrm>
        </p:spPr>
      </p:pic>
    </p:spTree>
    <p:extLst>
      <p:ext uri="{BB962C8B-B14F-4D97-AF65-F5344CB8AC3E}">
        <p14:creationId xmlns:p14="http://schemas.microsoft.com/office/powerpoint/2010/main" val="862023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412D-7870-4145-BFCB-4980EB188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123813-2649-4474-88B2-D0D8C6426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17" y="87923"/>
            <a:ext cx="11765625" cy="6655777"/>
          </a:xfrm>
        </p:spPr>
      </p:pic>
    </p:spTree>
    <p:extLst>
      <p:ext uri="{BB962C8B-B14F-4D97-AF65-F5344CB8AC3E}">
        <p14:creationId xmlns:p14="http://schemas.microsoft.com/office/powerpoint/2010/main" val="211249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24D5-83DE-8C02-DD2B-99F0AAEE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3D7E1ED-494D-030E-4851-8DB18143E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85" y="131884"/>
            <a:ext cx="11716629" cy="6594231"/>
          </a:xfrm>
        </p:spPr>
      </p:pic>
    </p:spTree>
    <p:extLst>
      <p:ext uri="{BB962C8B-B14F-4D97-AF65-F5344CB8AC3E}">
        <p14:creationId xmlns:p14="http://schemas.microsoft.com/office/powerpoint/2010/main" val="895097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292EE-44FE-8EA1-78C7-8163588A2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F82A45-2A82-1E42-A3C4-42DE69DA3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93" y="207840"/>
            <a:ext cx="11192608" cy="6532048"/>
          </a:xfrm>
        </p:spPr>
      </p:pic>
    </p:spTree>
    <p:extLst>
      <p:ext uri="{BB962C8B-B14F-4D97-AF65-F5344CB8AC3E}">
        <p14:creationId xmlns:p14="http://schemas.microsoft.com/office/powerpoint/2010/main" val="3015374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5B9DA-209A-4464-929B-63159ECC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F5C9D1-D137-961A-1061-AE77658C3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54977"/>
            <a:ext cx="11561885" cy="6287882"/>
          </a:xfrm>
        </p:spPr>
      </p:pic>
    </p:spTree>
    <p:extLst>
      <p:ext uri="{BB962C8B-B14F-4D97-AF65-F5344CB8AC3E}">
        <p14:creationId xmlns:p14="http://schemas.microsoft.com/office/powerpoint/2010/main" val="131622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 Samiir Ahmett</dc:creator>
  <cp:lastModifiedBy>Eng Samiir Ahmett</cp:lastModifiedBy>
  <cp:revision>1</cp:revision>
  <dcterms:created xsi:type="dcterms:W3CDTF">2025-05-01T17:13:18Z</dcterms:created>
  <dcterms:modified xsi:type="dcterms:W3CDTF">2025-05-01T17:17:19Z</dcterms:modified>
</cp:coreProperties>
</file>